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EUV光刻光学规范与标准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15568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3849C"/>
                </a:solidFill>
                <a:latin typeface="Microsoft YaHei"/>
              </a:rPr>
              <a:t>领导汇报精简美化版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EXECUTIVE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围绕“为什么必须严控EUV光学规范、重点控制什么、如何形成采购与验收闭环”做简明汇报。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13.5 nm决定EUV必须走反射路线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核心抓手：反射率、WFE、PSD、污染、High-NA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目标：形成可采购、可验收、可追责的规范框架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一、为什么EUV规范天然更严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PHYSICS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领导层只需抓住一个核心：EUV不是传统光学的加强版，而是规则被物理边界重写。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波长固定在13.5 nm附近，可优化空间有限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提升分辨率主要依赖更高NA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NA上升同时压缩景深，系统容差整体收紧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二、反射率决定系统通量与产能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THROUGHPUT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单镜反射率不是局部参数，而是整机剂量、节拍与成本的系统变量。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多镜链路下，总通量近似按R^N衰减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单镜损失几个百分点，系统损失会被指数放大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必须把膜层质量与污染控制前置为核心条款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三、多层膜是EUV光学的性能核心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MULTILAYER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EUV反射镜的本质是围绕13.5 nm设计的周期结构，而不是普通镀膜件。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Mo/Si层周期与入射角共同决定反射峰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界面扩散、粗糙度、应力会直接拖累反射率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污染和保护层退化会持续影响寿命表现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ulti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四、面形误差最终表现为成像风险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IMAGE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不能只看单一粗糙度值，必须按频段管理误差，并直接关联成像后果。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低频误差：像差与波前问题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中频误差：flare与对比度损失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高频误差：散射损失，需用PSD做分段控制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fe_p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五、领导层最应关注的规范写法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规范文件必须从“技术说明”升级为“执行协议”。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每项指标都写清参数、定义、测试方法、判定标准、失效处置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避免供应商、测试方、采购方各自理解不同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目标是让规范天然支持交付、验收与追责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六、污染与寿命管理必须并入主规范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LIFETIME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污染不是运维附属项，而是直接吞噬反射率、散射与寿命的主风险项。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重点关注颗粒、碳污染、锡污染与材料出气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建立见证片、前后反射率比对与增长速率限制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形成清洗、恢复、判废和责任界面的闭环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C5C"/>
                </a:solidFill>
                <a:latin typeface="Microsoft YaHei"/>
              </a:rPr>
              <a:t>七、汇报结论与管理建议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685800"/>
            <a:ext cx="1645920" cy="347472"/>
          </a:xfrm>
          <a:prstGeom prst="roundRect">
            <a:avLst/>
          </a:prstGeom>
          <a:solidFill>
            <a:srgbClr val="E3EE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962FF"/>
                </a:solidFill>
                <a:latin typeface="Arial"/>
              </a:rPr>
              <a:t>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89888"/>
            <a:ext cx="10972800" cy="274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b="1" sz="1800">
                <a:solidFill>
                  <a:srgbClr val="122C5C"/>
                </a:solidFill>
                <a:latin typeface="Microsoft YaHei"/>
              </a:rPr>
              <a:t>管理层要点</a:t>
            </a:r>
          </a:p>
          <a:p>
            <a:pPr>
              <a:spcAft>
                <a:spcPts val="800"/>
              </a:spcAft>
              <a:defRPr sz="1300">
                <a:solidFill>
                  <a:srgbClr val="202A38"/>
                </a:solidFill>
                <a:latin typeface="Microsoft YaHei"/>
              </a:defRPr>
            </a:pPr>
            <a:r>
              <a:t>EUV光学规范应被视为一套由物理约束直接推导出的系统治理规则。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短期：以反射率、WFE、PSD、污染为四个抓手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中期：建立采购规范与验收规范成套模板</a:t>
            </a:r>
          </a:p>
          <a:p>
            <a:pPr>
              <a:spcAft>
                <a:spcPts val="600"/>
              </a:spcAft>
              <a:defRPr sz="1400">
                <a:solidFill>
                  <a:srgbClr val="202A38"/>
                </a:solidFill>
                <a:latin typeface="Microsoft YaHei"/>
              </a:defRPr>
            </a:pPr>
            <a:r>
              <a:t>建议：后续拆成系统、镜面、膜层、掩模四类正式文件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645920"/>
            <a:ext cx="656539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83080"/>
            <a:ext cx="6254496" cy="423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3276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3849C"/>
                </a:solidFill>
                <a:latin typeface="Microsoft YaHei"/>
              </a:rPr>
              <a:t>风格说明：精简、统一、可直接用于正式领导汇报。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3849C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